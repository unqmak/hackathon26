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675203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4721423"/>
            <a:ext cx="9144000" cy="422077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248651" y="97512"/>
            <a:ext cx="15905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HACKATHON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248651" y="364212"/>
            <a:ext cx="1590549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072810" y="1437203"/>
            <a:ext cx="499826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IDEA TITLE</a:t>
            </a:r>
            <a:endParaRPr lang="en-US" sz="4500" dirty="0"/>
          </a:p>
        </p:txBody>
      </p:sp>
      <p:sp>
        <p:nvSpPr>
          <p:cNvPr id="8" name="Text 5"/>
          <p:cNvSpPr/>
          <p:nvPr/>
        </p:nvSpPr>
        <p:spPr>
          <a:xfrm>
            <a:off x="3327809" y="2351603"/>
            <a:ext cx="24883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8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19456" y="3433644"/>
            <a:ext cx="870508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D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19456" y="3658433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–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19456" y="3925133"/>
            <a:ext cx="870508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D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19456" y="4149923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/ Hardware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04800" y="4839057"/>
            <a:ext cx="104344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8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Name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10927" y="4839057"/>
            <a:ext cx="145683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Hackathon 2025-26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667250"/>
            <a:ext cx="9144000" cy="476250"/>
          </a:xfrm>
          <a:prstGeom prst="rect">
            <a:avLst/>
          </a:prstGeom>
          <a:solidFill>
            <a:srgbClr val="16284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38866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Description: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Detailed explanation of the problem being solved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Solution: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your idea uniquely addresses this problem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makes your solution unique and novel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4812031"/>
            <a:ext cx="104344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8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Name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31411" y="4812031"/>
            <a:ext cx="41594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667250"/>
            <a:ext cx="9144000" cy="476250"/>
          </a:xfrm>
          <a:prstGeom prst="rect">
            <a:avLst/>
          </a:prstGeom>
          <a:solidFill>
            <a:srgbClr val="16284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4100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325881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Programming languages, frameworks, and tools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 design and workflow diagrams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Step-by-step methodology and process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4812031"/>
            <a:ext cx="104344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8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Name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31411" y="4812031"/>
            <a:ext cx="41594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667250"/>
            <a:ext cx="9144000" cy="476250"/>
          </a:xfrm>
          <a:prstGeom prst="rect">
            <a:avLst/>
          </a:prstGeom>
          <a:solidFill>
            <a:srgbClr val="16284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42687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VIABILITY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325881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Technical and resource feasibility analysis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Potential risks and obstacles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Mitigation strategies and contingency plans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4812030"/>
            <a:ext cx="104344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8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Name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31411" y="4812030"/>
            <a:ext cx="41594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667250"/>
            <a:ext cx="9144000" cy="476250"/>
          </a:xfrm>
          <a:prstGeom prst="rect">
            <a:avLst/>
          </a:prstGeom>
          <a:solidFill>
            <a:srgbClr val="16284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34911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BENEFITS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Who benefits from your solution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Impact: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Societal benefits and improvements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Value: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 potential and scalability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4812030"/>
            <a:ext cx="104344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8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Name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31411" y="4812030"/>
            <a:ext cx="41594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667250"/>
            <a:ext cx="9144000" cy="476250"/>
          </a:xfrm>
          <a:prstGeom prst="rect">
            <a:avLst/>
          </a:prstGeom>
          <a:solidFill>
            <a:srgbClr val="16284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48001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REFERENCES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Research paper or reference link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Industry standard or documentation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Relevant case study or example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4812030"/>
            <a:ext cx="104344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8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Name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31411" y="4812030"/>
            <a:ext cx="41594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2025-12-30T10:11:15Z</dcterms:created>
  <dcterms:modified xsi:type="dcterms:W3CDTF">2025-12-30T10:11:15Z</dcterms:modified>
</cp:coreProperties>
</file>